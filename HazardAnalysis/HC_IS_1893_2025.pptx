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7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B6228-7977-1DC7-5AD9-4D29835EE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F82CF8-6655-2B8F-2342-F791AAD50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47BC1-BAFB-9783-E7B4-AEA996966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A7A9-D6A5-4FBB-B26D-9F4DBEF23FA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24E37-B820-1A62-E915-3D914C775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77BC9-2B0C-3764-C93F-1D1BD0B01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0F253-9F22-47A6-AA7C-2C8C7543B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94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7CE13-9545-E8E3-3B2B-A708D10F3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7D809-3246-B1E7-F62D-B7A176670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DB0D5-919D-7721-901E-54C95B91D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A7A9-D6A5-4FBB-B26D-9F4DBEF23FA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A5418-9399-0064-8490-FCF78164B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1B2D8-C162-2C1D-7879-44707559E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0F253-9F22-47A6-AA7C-2C8C7543B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509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83CAD-D0AE-CA34-F4E3-58CAA2808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98628-E135-740E-A0CB-193FB22CD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F7739-3DE1-D5FC-603C-BE74B73F6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A7A9-D6A5-4FBB-B26D-9F4DBEF23FA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A2B73-6FAE-08D7-4F79-83B9DAEF7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A2E70-75E4-144D-6E4E-FF265634F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0F253-9F22-47A6-AA7C-2C8C7543B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746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30C21-6D54-B2EE-EBB5-88D44D98C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75C5C-EC38-EF62-F4BB-92A654B534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92FC61-9434-CA2E-B608-A0E106986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A41D7-D0BA-6636-355A-FBC676771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A7A9-D6A5-4FBB-B26D-9F4DBEF23FA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C4B57-18D8-A0FD-8F7C-4A904660D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DB5C1-D5B3-F1F8-B5DC-1A929FED1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0F253-9F22-47A6-AA7C-2C8C7543B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265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F6DB3-31AA-8339-4789-F8771C6E3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05AB4-6A86-7931-0014-CDD841095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C50E7-5764-22ED-9289-2042AD58D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368EC1-533E-7D18-B5CA-8A3DB16FF1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CB2027-07B2-0FA2-5DF8-AD6FDB9A65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0A0667-A815-4EA9-992E-EDAB70E79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A7A9-D6A5-4FBB-B26D-9F4DBEF23FA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36D104-1790-6AC7-FCF4-CB83213C3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05216-51F5-7638-26C2-36AFE34E2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0F253-9F22-47A6-AA7C-2C8C7543B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874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672B6-D44B-DE6A-4478-11725438D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EEFE3-4273-D68C-E1E7-6B3F95710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A7A9-D6A5-4FBB-B26D-9F4DBEF23FA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9523AC-9335-2DBC-BD44-BF6DE7774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E0D67E-3F53-FF2D-5F9E-AB3516C58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0F253-9F22-47A6-AA7C-2C8C7543B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520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76B984-B7E7-0A17-D4AD-A30AF118C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A7A9-D6A5-4FBB-B26D-9F4DBEF23FA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881552-2E24-AB09-7B55-F44E634B9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42509-81CF-3B35-FCBF-68C2F74BD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0F253-9F22-47A6-AA7C-2C8C7543B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58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8A835-CDFF-514C-614D-0C5F07F71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00544-B3E8-4862-E0D6-CE2AA67F1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98343-241F-5679-004F-1567D7F77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F5843-7C4D-9049-89DE-05F92D17C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A7A9-D6A5-4FBB-B26D-9F4DBEF23FA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7D3E6-6E70-3236-F534-56A02ADA9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2D0AC-8D1D-1D1F-E3E8-F72830C9F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0F253-9F22-47A6-AA7C-2C8C7543B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215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31D9F-3101-832C-7384-FE1169CF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E0BE97-1095-7FCC-8558-8584022098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D1A911-2929-83D9-C5EE-E4B5C88BE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8DE021-F226-3143-BFD9-9AE2A1A0F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A7A9-D6A5-4FBB-B26D-9F4DBEF23FA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60471A-C0AA-E08A-A2FA-C644EDAE9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1C3EF5-2361-5794-CC79-7AD95169E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0F253-9F22-47A6-AA7C-2C8C7543B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988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9BFE-5462-DB3B-FD3B-3C8C03CDE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269E50-78B1-C5F2-C977-CEE59438A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EA77A-B4CA-A3B3-989D-9583B677E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A7A9-D6A5-4FBB-B26D-9F4DBEF23FA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69847-B926-6BE3-B8A7-D97E97FAC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525CA-3E2B-B31B-D56E-0BC44C15F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0F253-9F22-47A6-AA7C-2C8C7543B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712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39677F-A2A4-7DB2-B8B4-121A557112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3A7C9E-AD5A-EEC3-E654-BC88028AC9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D0052-D248-BEFB-1337-A6203D3F5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A7A9-D6A5-4FBB-B26D-9F4DBEF23FA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8369A-5154-91DB-7015-62360F550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48B76-3129-F638-49DD-6D799FFF3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0F253-9F22-47A6-AA7C-2C8C7543B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68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1A6F5D-A952-CE68-AC4E-AAEE4BD82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53C23-05DC-8166-56C0-1B3CEE444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E8224-4AD0-8AA4-AFA0-BF802EA5BB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0AA7A9-D6A5-4FBB-B26D-9F4DBEF23FA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FE16D-A004-8CC9-205E-95C6940688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87038-1274-4FD4-B776-A4F747A1E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C0F253-9F22-47A6-AA7C-2C8C7543B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676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023C8C0-E52B-7696-4A6E-CD3F4F1B8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850" y="819150"/>
            <a:ext cx="6972300" cy="5219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B3A789-43E7-DDE8-9760-67C35BD6ECE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7000"/>
          </a:blip>
          <a:stretch>
            <a:fillRect/>
          </a:stretch>
        </p:blipFill>
        <p:spPr>
          <a:xfrm>
            <a:off x="2851150" y="676910"/>
            <a:ext cx="6851650" cy="513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415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Shivakumar K S</dc:creator>
  <cp:lastModifiedBy>Shivakumar K S</cp:lastModifiedBy>
  <cp:revision>1</cp:revision>
  <dcterms:created xsi:type="dcterms:W3CDTF">2026-02-04T11:58:07Z</dcterms:created>
  <dcterms:modified xsi:type="dcterms:W3CDTF">2026-02-04T12:01:54Z</dcterms:modified>
</cp:coreProperties>
</file>